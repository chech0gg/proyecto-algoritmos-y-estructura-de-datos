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943600" cy="5943600"/>
          </a:xfrm>
          <a:prstGeom prst="ellipse">
            <a:avLst/>
          </a:prstGeom>
          <a:solidFill>
            <a:srgbClr val="1E9C8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4754880" cy="475488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ACOMPAÑAMIENTO ACADÉMICO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BIENESTAR ESTUDIANTIL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4434840"/>
            <a:ext cx="237744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617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Esteban Ruiz   ·   Sergio Andrés Ríos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1E9C89">
              <a:alpha val="4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517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862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</a:t>
            </a:r>
            <a:endParaRPr lang="en-US" sz="2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434840" y="1737360"/>
            <a:ext cx="7223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¿Académico, permita realizar asignaciones transparentes y compatibles con la disponibilidad, organice la agenda sin cruces y analice las relaciones de prerrequisitos para anticipar posibles riesgos académicos?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480560" y="1600200"/>
            <a:ext cx="100584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CFEA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3200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5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2148840"/>
            <a:ext cx="10543032" cy="3566160"/>
          </a:xfrm>
          <a:prstGeom prst="roundRect">
            <a:avLst>
              <a:gd name="adj" fmla="val 3077"/>
            </a:avLst>
          </a:prstGeom>
          <a:solidFill>
            <a:srgbClr val="F7FAF9"/>
          </a:solidFill>
          <a:ln w="12700">
            <a:solidFill>
              <a:srgbClr val="CFEAE3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280160" y="2423160"/>
            <a:ext cx="9601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de gestión de acompañamiento académico que permita registrar estudiantes, monitores, materias y solicitudes; priorizar y asignar casos según reglas verificables; administrar la agenda de atención; y analizar las relaciones de prerrequisitos para apoyar la detección temprana de riesgos académicos.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los datos de estudiantes, monitores, materias, disponibilidades y sesiones.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las solicitudes y conservar el historial de acompañamiento de cada estudiante.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criterios de prioridad y antigüedad de forma explícita y auditable.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asignaciones compatibles con materia, monitor y horario.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búsquedas inmediatas por código de estudiante o monitor.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las materias por área y nivel mediante una estructura jerárquica.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y consultar la red de prerrequisitos entre materias.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2062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CFEAE3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48006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4800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493776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43434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una agenda semanal que evite cruces de horario.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5D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F7FAF9"/>
          </a:solidFill>
          <a:ln/>
          <a:effectLst>
            <a:outerShdw sx="100000" sy="100000" kx="0" ky="0" algn="bl" rotWithShape="0" blurRad="101600" dist="25400" dir="5400000">
              <a:srgbClr val="1B3A3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960120" cy="960120"/>
          </a:xfrm>
          <a:prstGeom prst="ellipse">
            <a:avLst/>
          </a:prstGeom>
          <a:solidFill>
            <a:srgbClr val="0B5D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4231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37560" y="1828800"/>
            <a:ext cx="7955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 informe de cobertura del programa.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2026-09-02T03:38:39Z</dcterms:created>
  <dcterms:modified xsi:type="dcterms:W3CDTF">2026-09-02T03:38:39Z</dcterms:modified>
</cp:coreProperties>
</file>